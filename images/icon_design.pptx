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1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B0151-7ACC-452F-A90F-A9018B9C3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8F9E0F-A916-4BB0-9F6E-0D309AA58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0D0194-4DE7-4867-83DC-74EF3F510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454BB4-08B1-4362-91FA-94706A20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8137EB-C73F-425C-AE80-B7F2B7DB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50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46F68-E91F-4E02-B0AA-D5BFC13A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2F1C30-C308-4EA1-BE66-9468BB2F9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A9AFEC-B626-4C0B-9B9B-5BEC3895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58CCC8-175C-401D-A6C1-47DD079B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B199B5-1774-4240-9FDD-C81B8E47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882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62CAC-9A74-45D8-B7CA-81671C2B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5FFB01-C591-4BFC-8107-4038EAB03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213A2E-AAA1-4E7D-9A17-1235800D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544752-C234-4B4B-A78D-9833E1D0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2CC41-6D98-4040-994B-17F27A23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30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84EEE-38D2-487D-93AC-BA7C94F39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CE499B-0B1B-4400-BC3B-BD577993B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C70EF4-A1D3-412B-8AE9-5A6B9E9EB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46331E-4359-48D5-8E7B-C1E6DE2B5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257A7C-B787-48C6-A45D-D52BDEB2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BC1B9F-359F-4B34-91D7-ADC4E848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60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78CE4-D852-48F4-A1E5-7CAE1B76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7824BC-E83F-440E-8E21-AF6083F33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3D3155-AA99-47D2-A347-DE3EB3AA5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B0E80A-2CC6-4EEF-AB3F-982DADF5D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B763E6-5B11-486C-AF97-93BE2C559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F7D463-CA08-490F-8A17-D8EFCC63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62E01C-E0DA-4AE4-A039-E48E3ADC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B1B682-93B1-42D5-A9B8-643B83C0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90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A642F-947C-4D1F-92A9-3B53EF03A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E1EB2D-BB34-44E4-BC1D-4EF0B222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060B7F-D708-4A8F-B283-B7725950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0991B7-29BD-4836-AC21-1E97D04A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62CF86-C0E6-4A08-A0AD-639BD074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33D7B6-46A7-4C0C-93F3-303CFA8EE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2E6BB5-984E-440C-9A18-B6465A56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655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21A18-AF7E-4BAD-BB14-E42FC730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A7B7AA-6F9A-43F9-8722-2FB165EE4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A33932-C547-4950-B6C7-97562DDA9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1F2D95-7D08-492F-9405-21A27BFC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ED1C2D-F64F-406D-B557-9E3C3F00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2C7271-EF41-4CBF-ABE3-6D618831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31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9BF8E-6CD2-497E-B96B-1D6AC686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F06CCA-3C1A-4E15-8651-EBD7BEB6B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A28B74-845F-4F2E-9B14-0A6A5BD6E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78FA89-3B27-47D0-9CD3-34335DA0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37A366-294F-439A-9707-F22FB8ED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700B58-08E0-4F9D-8169-64F72777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36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C48B5-11BB-4317-847F-838CE23E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862A1B-A08B-4D66-9F4A-A84A14FB6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0357C1-41B5-467F-9646-6264A5B9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883DAD-CD97-4E7E-BEB7-E7198B2E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4094EB-D7A8-4505-8B2C-7EBB82DC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30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9E0A27-6979-47A5-ACC0-C3891E2C2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A13E21-2403-4BE4-BA64-ABB576896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1F63BF-B9AA-48C9-BB1B-C7E72BE9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7F9322-F1BA-4A1F-91A1-8E50687E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5FD3AA-23FF-4681-8A06-0BE1FE65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49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447AD3-6CEA-4C44-9D0A-EC582402F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3D6CDF-570C-4BCA-96E5-43D32906B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984A74-25C1-4D37-97C4-1370E448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02E65-4B46-468B-9EE3-3C099E713D39}" type="datetimeFigureOut">
              <a:rPr lang="zh-CN" altLang="en-US" smtClean="0"/>
              <a:t>2026/2/3/Tue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B0A7D-C8E2-4668-AC9C-433F5A0A5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2E1C0A-03E1-45B3-AD26-D49B03299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1818E-1802-480D-B4F7-AEA4A49AFB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96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DCEBC57-2883-4187-8312-F3EFF3C1E6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5" t="19754" r="22221" b="20616"/>
          <a:stretch/>
        </p:blipFill>
        <p:spPr>
          <a:xfrm>
            <a:off x="3852333" y="1354667"/>
            <a:ext cx="4148668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08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hq wang</dc:creator>
  <cp:lastModifiedBy>hq wang</cp:lastModifiedBy>
  <cp:revision>1</cp:revision>
  <dcterms:created xsi:type="dcterms:W3CDTF">2026-02-03T03:36:55Z</dcterms:created>
  <dcterms:modified xsi:type="dcterms:W3CDTF">2026-02-03T03:37:14Z</dcterms:modified>
</cp:coreProperties>
</file>